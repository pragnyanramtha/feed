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C39"/>
                </a:solidFill>
                <a:latin typeface="Calibri"/>
              </a:rPr>
              <a:t>NOTION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4F1EA"/>
                </a:solidFill>
                <a:latin typeface="Calibri"/>
              </a:rPr>
              <a:t>Campus Notice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8A857A"/>
                </a:solidFill>
                <a:latin typeface="Calibri"/>
              </a:rPr>
              <a:t>WhatsApp is the pipe. Notion is the desk. Your code is the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233671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5C39"/>
                </a:solidFill>
                <a:latin typeface="Calibri"/>
              </a:rPr>
              <a:t>THEME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617719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4F1EA"/>
                </a:solidFill>
                <a:latin typeface="Calibri"/>
              </a:rPr>
              <a:t>Notion Track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977639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4233671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5C39"/>
                </a:solidFill>
                <a:latin typeface="Calibri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4617719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4F1EA"/>
                </a:solidFill>
                <a:latin typeface="Calibri"/>
              </a:rPr>
              <a:t>Feed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77639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4233671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5C39"/>
                </a:solidFill>
                <a:latin typeface="Calibri"/>
              </a:rPr>
              <a:t>TEAM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4617719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4F1EA"/>
                </a:solidFill>
                <a:latin typeface="Calibri"/>
              </a:rPr>
              <a:t>TBD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39" y="3977639"/>
            <a:ext cx="2651760" cy="16916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7" y="4233671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5C39"/>
                </a:solidFill>
                <a:latin typeface="Calibri"/>
              </a:rPr>
              <a:t>COLLEGE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7" y="4617719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4F1EA"/>
                </a:solidFill>
                <a:latin typeface="Calibri"/>
              </a:rPr>
              <a:t>Malla Reddy Vishwavidyapeeth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Campus Notice Desk  ·  Notion Track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01  / 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C39"/>
                </a:solidFill>
                <a:latin typeface="Calibri"/>
              </a:rPr>
              <a:t>PROBLEM + EXISTING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4F1EA"/>
                </a:solidFill>
                <a:latin typeface="Calibri"/>
              </a:rPr>
              <a:t>College life already runs on WhatsApp. WhatsApp is a chat, not a notice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08760"/>
            <a:ext cx="5532120" cy="210312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4F1EA"/>
                </a:solidFill>
                <a:latin typeface="Calibri"/>
              </a:rPr>
              <a:t>Circulars, exams, fests, “submit by 5pm” all land in the official group and die under stickers and forwards.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08760"/>
            <a:ext cx="5532120" cy="210312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Who is affected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4F1EA"/>
                </a:solidFill>
                <a:latin typeface="Calibri"/>
              </a:rPr>
              <a:t>Students who miss deadlines. CRs who retype the same message. Clubs and offices that have no filing system.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94760"/>
            <a:ext cx="5532120" cy="210312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Current solutions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8056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4F1EA"/>
                </a:solidFill>
                <a:latin typeface="Calibri"/>
              </a:rPr>
              <a:t>ERP → WhatsApp blasts. Student apps that scrape the group. Notion templates you fill by hand. Zapier dumps.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94760"/>
            <a:ext cx="5532120" cy="210312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0233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The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48056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4F1EA"/>
                </a:solidFill>
                <a:latin typeface="Calibri"/>
              </a:rPr>
              <a:t>Nothing is a running service with Notion as the desk, a human approve-gate, a real send, and a Run Log written by code.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Campus Notice Desk  ·  Notion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02  / 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C39"/>
                </a:solidFill>
                <a:latin typeface="Calibri"/>
              </a:rPr>
              <a:t>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4F1EA"/>
                </a:solidFill>
                <a:latin typeface="Calibri"/>
              </a:rPr>
              <a:t>One shared notice desk. Same board for the whole class — categorized, dated, approved, then 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5C39"/>
                </a:solidFill>
                <a:latin typeface="Calibri"/>
              </a:rPr>
              <a:t>In simple terms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4F1EA"/>
                </a:solidFill>
                <a:latin typeface="Calibri"/>
              </a:rPr>
              <a:t>Forward the messy WhatsApp into our number. We file it in Notion. A human hits Approve. A clean notice goes 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803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How it solves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4F1EA"/>
                </a:solidFill>
                <a:latin typeface="Calibri"/>
              </a:rPr>
              <a:t>The CR stops rereading 200 chats. Students open Notion instead of scrolling. Deadlines sit on the card, not in the thread.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803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Better than a feed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703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4F1EA"/>
                </a:solidFill>
                <a:latin typeface="Calibri"/>
              </a:rPr>
              <a:t>A labeled dump is a dashboard. We pause for approval, send outside Notion, and write a Run Log. That is the job, killed.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880360"/>
            <a:ext cx="3611880" cy="29260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Better than clones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703320"/>
            <a:ext cx="3154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4F1EA"/>
                </a:solidFill>
                <a:latin typeface="Calibri"/>
              </a:rPr>
              <a:t>Extracta / Chatnalyxer are student apps. ERPs push the other way. We keep WhatsApp as the front door and Notion as ops.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Campus Notice Desk  ·  Notion Track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03  / 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C39"/>
                </a:solidFill>
                <a:latin typeface="Calibri"/>
              </a:rPr>
              <a:t>ARCHITECTURE + 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17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4F1EA"/>
                </a:solidFill>
                <a:latin typeface="Calibri"/>
              </a:rPr>
              <a:t>Input → Process → Output. Notion is the UI. This repo is the engine.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5C39"/>
                </a:solidFill>
                <a:latin typeface="Calibri"/>
              </a:rPr>
              <a:t>01  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4F1EA"/>
                </a:solidFill>
                <a:latin typeface="Calibri"/>
              </a:rPr>
              <a:t>WhatsApp Cloud API
POST /inbound
forwarded circular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965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4F542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5C39"/>
                </a:solidFill>
                <a:latin typeface="Calibri"/>
              </a:rPr>
              <a:t>02  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373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4F1EA"/>
                </a:solidFill>
                <a:latin typeface="Calibri"/>
              </a:rPr>
              <a:t>Rules + Gemini parse
Dedupe fingerprint
Hold garbage / human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965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4F542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5C39"/>
                </a:solidFill>
                <a:latin typeface="Calibri"/>
              </a:rPr>
              <a:t>03  Desk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7373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4F1EA"/>
                </a:solidFill>
                <a:latin typeface="Calibri"/>
              </a:rPr>
              <a:t>Notion Notices
Approve / Reject
Override 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9659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4F54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143000"/>
            <a:ext cx="2743200" cy="233172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5C39"/>
                </a:solidFill>
                <a:latin typeface="Calibri"/>
              </a:rPr>
              <a:t>04 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737360"/>
            <a:ext cx="2377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4F1EA"/>
                </a:solidFill>
                <a:latin typeface="Calibri"/>
              </a:rPr>
              <a:t>WhatsApp / email
Deadline reminder
Run Log by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3703320"/>
            <a:ext cx="1847088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3822191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F542"/>
                </a:solidFill>
                <a:latin typeface="Calibri"/>
              </a:rPr>
              <a:t>Frontend / 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43434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4F1EA"/>
                </a:solidFill>
                <a:latin typeface="Calibri"/>
              </a:rPr>
              <a:t>Notion workspace
(no React app)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59152" y="3703320"/>
            <a:ext cx="1847088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3822191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F542"/>
                </a:solidFill>
                <a:latin typeface="Calibri"/>
              </a:rPr>
              <a:t>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3434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4F1EA"/>
                </a:solidFill>
                <a:latin typeface="Calibri"/>
              </a:rPr>
              <a:t>Python · FastAPI
Vercel / Render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703320"/>
            <a:ext cx="1847088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16552" y="3822191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F542"/>
                </a:solidFill>
                <a:latin typeface="Calibri"/>
              </a:rPr>
              <a:t>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2" y="43434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4F1EA"/>
                </a:solidFill>
                <a:latin typeface="Calibri"/>
              </a:rPr>
              <a:t>If-statements first
Gemini / OpenAI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54496" y="3703320"/>
            <a:ext cx="1847088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4224" y="3822191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F542"/>
                </a:solidFill>
                <a:latin typeface="Calibri"/>
              </a:rPr>
              <a:t>DB + audit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4224" y="43434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4F1EA"/>
                </a:solidFill>
                <a:latin typeface="Calibri"/>
              </a:rPr>
              <a:t>Notion DBs
Inbox · Notices · Log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02168" y="3703320"/>
            <a:ext cx="1847088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1896" y="3822191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F542"/>
                </a:solidFill>
                <a:latin typeface="Calibri"/>
              </a:rPr>
              <a:t>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43434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4F1EA"/>
                </a:solidFill>
                <a:latin typeface="Calibri"/>
              </a:rPr>
              <a:t>WA Cloud API
Resend email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49839" y="3703320"/>
            <a:ext cx="1847088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59567" y="3822191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4F542"/>
                </a:solidFill>
                <a:latin typeface="Calibri"/>
              </a:rPr>
              <a:t>Triggers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59567" y="4343400"/>
            <a:ext cx="1645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4F1EA"/>
                </a:solidFill>
                <a:latin typeface="Calibri"/>
              </a:rPr>
              <a:t>Webhooks + cron
/health live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Campus Notice Desk  ·  Notion Track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04  / 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C39"/>
                </a:solidFill>
                <a:latin typeface="Calibri"/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17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4F1EA"/>
                </a:solidFill>
                <a:latin typeface="Calibri"/>
              </a:rPr>
              <a:t>Five. One job. Nothing decorative.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9728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5C39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0700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Runs without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53619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4F1EA"/>
                </a:solidFill>
                <a:latin typeface="Calibri"/>
              </a:rPr>
              <a:t>Webhook or cron on a deployed host. Hitting a script during demo is not a service.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5740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5856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5C39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Human approval in Notion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9631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4F1EA"/>
                </a:solidFill>
                <a:latin typeface="Calibri"/>
              </a:rPr>
              <a:t>Pending → Approve / Reject / edit draft. The send does not fire until a person decides.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1752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1868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5C39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1272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AI only where rules 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45643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4F1EA"/>
                </a:solidFill>
                <a:latin typeface="Calibri"/>
              </a:rPr>
              <a:t>Hinglish circular → title, category, deadline, draft. “Good morning” is an if-statement.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4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7880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5C39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8736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Real-world send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1655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4F1EA"/>
                </a:solidFill>
                <a:latin typeface="Calibri"/>
              </a:rPr>
              <a:t>Clean WhatsApp or email digest. Tomorrow-morning reminder for due notices. Not a chart.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937760"/>
            <a:ext cx="11155680" cy="8686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3892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5C39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04748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Proof + no silent loss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376672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4F1EA"/>
                </a:solidFill>
                <a:latin typeface="Calibri"/>
              </a:rPr>
              <a:t>Run Log written by the integration. Duplicates collapse. Garbage is held, not dropped.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Campus Notice Desk  ·  Notion 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05  / 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C39"/>
                </a:solidFill>
                <a:latin typeface="Calibri"/>
              </a:rPr>
              <a:t>IMPACT +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4F1EA"/>
                </a:solidFill>
                <a:latin typeface="Calibri"/>
              </a:rPr>
              <a:t>Built to leave behind. Free tiers. One class first.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36192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Who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4F1EA"/>
                </a:solidFill>
                <a:latin typeface="Calibri"/>
              </a:rPr>
              <a:t>Students who stop missing circulars. CRs who stop forwarding. Clubs and college offices with no ERP.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36192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Real-world 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4F1EA"/>
                </a:solidFill>
                <a:latin typeface="Calibri"/>
              </a:rPr>
              <a:t>The weekly job of “read the group, decide, ping people” is gone. Notion is still usable if the engine is 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79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67911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Scalability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399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4F1EA"/>
                </a:solidFill>
                <a:latin typeface="Calibri"/>
              </a:rPr>
              <a:t>One workspace per class or club. Same engine. Filter by audience later — not 2,000 personal feeds.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79"/>
            <a:ext cx="5532120" cy="214884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867911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4F542"/>
                </a:solidFill>
                <a:latin typeface="Calibri"/>
              </a:rPr>
              <a:t>Feasibility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343399"/>
            <a:ext cx="4983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4F1EA"/>
                </a:solidFill>
                <a:latin typeface="Calibri"/>
              </a:rPr>
              <a:t>Notion Education Plus. Meta test number. Gemini free tier. Vercel/Render free host. No GST on day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Campus Notice Desk  ·  Notion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06  / 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5603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5C39"/>
                </a:solidFill>
                <a:latin typeface="Calibri"/>
              </a:rPr>
              <a:t>DEMO +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179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4F1EA"/>
                </a:solidFill>
                <a:latin typeface="Calibri"/>
              </a:rPr>
              <a:t>Live prototype. Do not pre-fill the Run Log.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88900"/>
          <a:lstStyle/>
          <a:p>
            <a:pPr algn="ctr"/>
            <a:r>
              <a:rPr sz="1200" b="1">
                <a:solidFill>
                  <a:srgbClr val="F4F1E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1430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4F1EA"/>
                </a:solidFill>
                <a:latin typeface="Calibri"/>
              </a:rPr>
              <a:t>POST /inbound or forward a real circular → Inbox + Notice card (by the integration)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88900"/>
          <a:lstStyle/>
          <a:p>
            <a:pPr algn="ctr"/>
            <a:r>
              <a:rPr sz="1200" b="1">
                <a:solidFill>
                  <a:srgbClr val="F4F1E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830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4F1EA"/>
                </a:solidFill>
                <a:latin typeface="Calibri"/>
              </a:rPr>
              <a:t>Send “gm” → ignored, logged, no card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23160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88900"/>
          <a:lstStyle/>
          <a:p>
            <a:pPr algn="ctr"/>
            <a:r>
              <a:rPr sz="1200" b="1">
                <a:solidFill>
                  <a:srgbClr val="F4F1EA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4231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4F1EA"/>
                </a:solidFill>
                <a:latin typeface="Calibri"/>
              </a:rPr>
              <a:t>Approve in Notion → WhatsApp/email goes out → Run Log: 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63239"/>
            <a:ext cx="457200" cy="384048"/>
          </a:xfrm>
          <a:prstGeom prst="roundRect">
            <a:avLst>
              <a:gd name="adj" fmla="val 50000"/>
            </a:avLst>
          </a:prstGeom>
          <a:solidFill>
            <a:srgbClr val="FF5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88900"/>
          <a:lstStyle/>
          <a:p>
            <a:pPr algn="ctr"/>
            <a:r>
              <a:rPr sz="1200" b="1">
                <a:solidFill>
                  <a:srgbClr val="F4F1EA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0632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4F1EA"/>
                </a:solidFill>
                <a:latin typeface="Calibri"/>
              </a:rPr>
              <a:t>Paste the same text again → duplicate, no second notice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94760"/>
            <a:ext cx="11155680" cy="2011680"/>
          </a:xfrm>
          <a:prstGeom prst="roundRect">
            <a:avLst>
              <a:gd name="adj" fmla="val 8000"/>
            </a:avLst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7763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5C39"/>
                </a:solidFill>
                <a:latin typeface="Calibri"/>
              </a:rPr>
              <a:t>Why this should be selected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4F1EA"/>
                </a:solidFill>
                <a:latin typeface="Calibri"/>
              </a:rPr>
              <a:t>Delete the repo and it dies. Leave Notion open and a stranger can still run the job.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8A857A"/>
                </a:solidFill>
                <a:latin typeface="Calibri"/>
              </a:rPr>
              <a:t>One boring campus job, fully automated, with proof. That is the track.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Campus Notice Desk  ·  Notion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1052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A857A"/>
                </a:solidFill>
                <a:latin typeface="Calibri"/>
              </a:rPr>
              <a:t>07  / 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